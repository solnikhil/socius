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BF7F2AD-AA78-22E9-4EC3-CB81E878941D}">
          <p14:sldIdLst>
            <p14:sldId id="256"/>
          </p14:sldIdLst>
        </p14:section>
        <p14:section name="Pitch" id="{601EABAE-FBCC-D890-2D88-3B6E63AA42F6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25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slide: participants fill in project title, team name, track and team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90879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kern="0" spc="2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kern="0" spc="200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60120" y="1874520"/>
            <a:ext cx="10268712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Click to add content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8308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7200" b="1" dirty="0">
                <a:solidFill>
                  <a:schemeClr val="tx1"/>
                </a:solidFill>
              </a:rPr>
              <a:t>Title</a:t>
            </a:r>
            <a:endParaRPr lang="en-US" sz="7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Click to add</a:t>
            </a:r>
            <a:endParaRPr lang="en-US" sz="1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297680" y="4480560"/>
            <a:ext cx="3017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Click to add</a:t>
            </a: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77240" y="5577840"/>
            <a:ext cx="3017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Click to add</a:t>
            </a:r>
            <a:endParaRPr lang="en-US" sz="1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4297680" y="5577840"/>
            <a:ext cx="3017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Click to add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ssociation Name"/>
          <p:cNvSpPr txBox="1"/>
          <p:nvPr/>
        </p:nvSpPr>
        <p:spPr>
          <a:xfrm>
            <a:off x="64008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chemeClr val="accent1"/>
                </a:solidFill>
                <a:latin typeface="Arial Black" panose="020B0A04020102020204" pitchFamily="34" charset="0"/>
              </a:rPr>
              <a:t>CINTEL STUDENT ASSOCIATION</a:t>
            </a:r>
            <a:endParaRPr lang="en-US" sz="1600" dirty="0">
              <a:latin typeface="Arial Black" panose="020B0A04020102020204" pitchFamily="34" charset="0"/>
            </a:endParaRPr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5941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tx1"/>
                </a:solidFill>
              </a:rPr>
              <a:t>IDEATHON 3.0</a:t>
            </a:r>
            <a:endParaRPr lang="en-US" sz="7200" dirty="0"/>
          </a:p>
        </p:txBody>
      </p:sp>
      <p:sp>
        <p:nvSpPr>
          <p:cNvPr id="5" name="Subtitle"/>
          <p:cNvSpPr txBox="1"/>
          <p:nvPr/>
        </p:nvSpPr>
        <p:spPr>
          <a:xfrm>
            <a:off x="64008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0" dirty="0">
                <a:solidFill>
                  <a:schemeClr val="accent2"/>
                </a:solidFill>
              </a:rPr>
              <a:t>PITCH DECK</a:t>
            </a:r>
            <a:endParaRPr lang="en-US" sz="2400" dirty="0"/>
          </a:p>
        </p:txBody>
      </p:sp>
      <p:sp>
        <p:nvSpPr>
          <p:cNvPr id="6" name="Label PROJECT TITLE"/>
          <p:cNvSpPr txBox="1"/>
          <p:nvPr/>
        </p:nvSpPr>
        <p:spPr>
          <a:xfrm>
            <a:off x="622434" y="4148489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1"/>
                </a:solidFill>
              </a:rPr>
              <a:t>TITLE</a:t>
            </a:r>
            <a:endParaRPr lang="en-US" sz="1100" dirty="0"/>
          </a:p>
        </p:txBody>
      </p:sp>
      <p:sp>
        <p:nvSpPr>
          <p:cNvPr id="7" name="Field Box 1"/>
          <p:cNvSpPr/>
          <p:nvPr/>
        </p:nvSpPr>
        <p:spPr>
          <a:xfrm>
            <a:off x="640080" y="4480560"/>
            <a:ext cx="3291840" cy="54864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Label TEAM NAME"/>
          <p:cNvSpPr txBox="1"/>
          <p:nvPr/>
        </p:nvSpPr>
        <p:spPr>
          <a:xfrm>
            <a:off x="4160520" y="4160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1"/>
                </a:solidFill>
              </a:rPr>
              <a:t>TEAM NAME</a:t>
            </a:r>
            <a:endParaRPr lang="en-US" sz="1100" dirty="0"/>
          </a:p>
        </p:txBody>
      </p:sp>
      <p:sp>
        <p:nvSpPr>
          <p:cNvPr id="10" name="Field Box 2"/>
          <p:cNvSpPr/>
          <p:nvPr/>
        </p:nvSpPr>
        <p:spPr>
          <a:xfrm>
            <a:off x="4160520" y="4480560"/>
            <a:ext cx="3291840" cy="54864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1" name="Text 0"/>
          <p:cNvSpPr>
            <a:spLocks noGrp="1"/>
          </p:cNvSpPr>
          <p:nvPr>
            <p:ph type="body" idx="102" hasCustomPrompt="1"/>
          </p:nvPr>
        </p:nvSpPr>
        <p:spPr>
          <a:xfrm>
            <a:off x="4297680" y="4480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Label TRACK"/>
          <p:cNvSpPr txBox="1"/>
          <p:nvPr/>
        </p:nvSpPr>
        <p:spPr>
          <a:xfrm>
            <a:off x="64008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1"/>
                </a:solidFill>
              </a:rPr>
              <a:t>TRACK</a:t>
            </a:r>
            <a:endParaRPr lang="en-US" sz="1100" dirty="0"/>
          </a:p>
        </p:txBody>
      </p:sp>
      <p:sp>
        <p:nvSpPr>
          <p:cNvPr id="13" name="Field Box 3"/>
          <p:cNvSpPr/>
          <p:nvPr/>
        </p:nvSpPr>
        <p:spPr>
          <a:xfrm>
            <a:off x="640080" y="5577840"/>
            <a:ext cx="3291840" cy="54864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0"/>
          <p:cNvSpPr>
            <a:spLocks noGrp="1"/>
          </p:cNvSpPr>
          <p:nvPr>
            <p:ph type="body" idx="103" hasCustomPrompt="1"/>
          </p:nvPr>
        </p:nvSpPr>
        <p:spPr>
          <a:xfrm>
            <a:off x="777240" y="55778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Tagline"/>
          <p:cNvSpPr txBox="1"/>
          <p:nvPr/>
        </p:nvSpPr>
        <p:spPr>
          <a:xfrm>
            <a:off x="7498080" y="6355080"/>
            <a:ext cx="4050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400" dirty="0"/>
              <a:t>TURN IDEAS INTO REAL SOLUTIONS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B93741-B75A-7C08-C14C-9C6452E39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77" y="182078"/>
            <a:ext cx="931244" cy="931244"/>
          </a:xfrm>
          <a:prstGeom prst="rect">
            <a:avLst/>
          </a:prstGeom>
        </p:spPr>
      </p:pic>
      <p:pic>
        <p:nvPicPr>
          <p:cNvPr id="17" name="Picture 16" descr="Cintel Association (@cintel_association) · Chennai">
            <a:extLst>
              <a:ext uri="{FF2B5EF4-FFF2-40B4-BE49-F238E27FC236}">
                <a16:creationId xmlns:a16="http://schemas.microsoft.com/office/drawing/2014/main" id="{E2C38E2C-1821-0E08-9437-5235DCA0F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9052" y="244642"/>
            <a:ext cx="815691" cy="815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anel"/>
          <p:cNvSpPr/>
          <p:nvPr/>
        </p:nvSpPr>
        <p:spPr>
          <a:xfrm>
            <a:off x="640080" y="1600200"/>
            <a:ext cx="10908792" cy="448056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" name="Section Tag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01  /  06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960120" y="1874520"/>
            <a:ext cx="102687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tx2"/>
                </a:solidFill>
              </a:rPr>
              <a:t>CINTEL IDEATHON 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8" name="Picture 7" descr="Cintel Association (@cintel_association) · Chennai">
            <a:extLst>
              <a:ext uri="{FF2B5EF4-FFF2-40B4-BE49-F238E27FC236}">
                <a16:creationId xmlns:a16="http://schemas.microsoft.com/office/drawing/2014/main" id="{A72662FD-D237-A963-9179-40B012F51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052" y="228600"/>
            <a:ext cx="815691" cy="8156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anel"/>
          <p:cNvSpPr/>
          <p:nvPr/>
        </p:nvSpPr>
        <p:spPr>
          <a:xfrm>
            <a:off x="640080" y="1600200"/>
            <a:ext cx="10908792" cy="448056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" name="Section Tag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02  /  06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chemeClr val="tx1"/>
                </a:solidFill>
              </a:rPr>
              <a:t>PROPOSED SOLUTION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960120" y="1874520"/>
            <a:ext cx="102687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tx2"/>
                </a:solidFill>
              </a:rPr>
              <a:t>CINTEL IDEATHON 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8" name="Picture 7" descr="Cintel Association (@cintel_association) · Chennai">
            <a:extLst>
              <a:ext uri="{FF2B5EF4-FFF2-40B4-BE49-F238E27FC236}">
                <a16:creationId xmlns:a16="http://schemas.microsoft.com/office/drawing/2014/main" id="{DE1B24FC-6170-B47A-1F69-CBDCC9A33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052" y="228600"/>
            <a:ext cx="815691" cy="8156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anel"/>
          <p:cNvSpPr/>
          <p:nvPr/>
        </p:nvSpPr>
        <p:spPr>
          <a:xfrm>
            <a:off x="640080" y="1600200"/>
            <a:ext cx="10908792" cy="448056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" name="Section Tag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03  /  06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chemeClr val="tx1"/>
                </a:solidFill>
              </a:rPr>
              <a:t>INNOVATION &amp; KEY FEATURES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960120" y="1874520"/>
            <a:ext cx="102687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tx2"/>
                </a:solidFill>
              </a:rPr>
              <a:t>CINTEL IDEATHON 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8" name="Picture 7" descr="Cintel Association (@cintel_association) · Chennai">
            <a:extLst>
              <a:ext uri="{FF2B5EF4-FFF2-40B4-BE49-F238E27FC236}">
                <a16:creationId xmlns:a16="http://schemas.microsoft.com/office/drawing/2014/main" id="{EC790905-5120-D107-BB0F-EE3D491B4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052" y="228600"/>
            <a:ext cx="815691" cy="8156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anel"/>
          <p:cNvSpPr/>
          <p:nvPr/>
        </p:nvSpPr>
        <p:spPr>
          <a:xfrm>
            <a:off x="640080" y="1600200"/>
            <a:ext cx="10908792" cy="448056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" name="Section Tag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04  /  06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chemeClr val="tx1"/>
                </a:solidFill>
              </a:rPr>
              <a:t>TECHNICAL APPROACH &amp; PROTOTYPE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960120" y="1874520"/>
            <a:ext cx="102687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tx2"/>
                </a:solidFill>
              </a:rPr>
              <a:t>CINTEL IDEATHON 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8" name="Picture 7" descr="Cintel Association (@cintel_association) · Chennai">
            <a:extLst>
              <a:ext uri="{FF2B5EF4-FFF2-40B4-BE49-F238E27FC236}">
                <a16:creationId xmlns:a16="http://schemas.microsoft.com/office/drawing/2014/main" id="{E7AC66BE-200B-F622-1B08-CBD3C0757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052" y="228600"/>
            <a:ext cx="815691" cy="815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anel"/>
          <p:cNvSpPr/>
          <p:nvPr/>
        </p:nvSpPr>
        <p:spPr>
          <a:xfrm>
            <a:off x="640080" y="1600200"/>
            <a:ext cx="10908792" cy="448056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" name="Section Tag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05  /  06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chemeClr val="tx1"/>
                </a:solidFill>
              </a:rPr>
              <a:t>FEASIBILITY &amp; VIABILITY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960120" y="1874520"/>
            <a:ext cx="102687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tx2"/>
                </a:solidFill>
              </a:rPr>
              <a:t>CINTEL IDEATHON 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8" name="Picture 7" descr="Cintel Association (@cintel_association) · Chennai">
            <a:extLst>
              <a:ext uri="{FF2B5EF4-FFF2-40B4-BE49-F238E27FC236}">
                <a16:creationId xmlns:a16="http://schemas.microsoft.com/office/drawing/2014/main" id="{B3F9C345-3175-0FC3-774D-B65145684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052" y="228600"/>
            <a:ext cx="815691" cy="8156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anel"/>
          <p:cNvSpPr/>
          <p:nvPr/>
        </p:nvSpPr>
        <p:spPr>
          <a:xfrm>
            <a:off x="640080" y="1600200"/>
            <a:ext cx="10908792" cy="4480560"/>
          </a:xfrm>
          <a:prstGeom prst="rect">
            <a:avLst/>
          </a:prstGeom>
          <a:solidFill>
            <a:schemeClr val="bg2">
              <a:alpha val="65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" name="Section Tag"/>
          <p:cNvSpPr txBox="1"/>
          <p:nvPr/>
        </p:nvSpPr>
        <p:spPr>
          <a:xfrm>
            <a:off x="64008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chemeClr val="accent2"/>
                </a:solidFill>
              </a:rPr>
              <a:t>06  /  06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kern="0" spc="200" dirty="0">
                <a:solidFill>
                  <a:schemeClr val="tx1"/>
                </a:solidFill>
              </a:rPr>
              <a:t>IMPACT &amp; BENEFITS</a:t>
            </a:r>
            <a:endParaRPr lang="en-US" sz="3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960120" y="1874520"/>
            <a:ext cx="102687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Footer"/>
          <p:cNvSpPr txBox="1"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tx2"/>
                </a:solidFill>
              </a:rPr>
              <a:t>CINTEL IDEATHON 3.0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8" name="Picture 7" descr="Cintel Association (@cintel_association) · Chennai">
            <a:extLst>
              <a:ext uri="{FF2B5EF4-FFF2-40B4-BE49-F238E27FC236}">
                <a16:creationId xmlns:a16="http://schemas.microsoft.com/office/drawing/2014/main" id="{4C292BB1-9370-B915-6759-5A0E082E6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052" y="228600"/>
            <a:ext cx="815691" cy="815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INTEL Neon">
  <a:themeElements>
    <a:clrScheme name="CINTEL Neon">
      <a:dk1>
        <a:srgbClr val="FFFFFF"/>
      </a:dk1>
      <a:lt1>
        <a:srgbClr val="05060B"/>
      </a:lt1>
      <a:dk2>
        <a:srgbClr val="AEB6CC"/>
      </a:dk2>
      <a:lt2>
        <a:srgbClr val="0B1020"/>
      </a:lt2>
      <a:accent1>
        <a:srgbClr val="00E5FF"/>
      </a:accent1>
      <a:accent2>
        <a:srgbClr val="FF2BD6"/>
      </a:accent2>
      <a:accent3>
        <a:srgbClr val="7C4DFF"/>
      </a:accent3>
      <a:accent4>
        <a:srgbClr val="FFB000"/>
      </a:accent4>
      <a:accent5>
        <a:srgbClr val="FF3D6E"/>
      </a:accent5>
      <a:accent6>
        <a:srgbClr val="2BFF9A"/>
      </a:accent6>
      <a:hlink>
        <a:srgbClr val="00E5FF"/>
      </a:hlink>
      <a:folHlink>
        <a:srgbClr val="FF2BD6"/>
      </a:folHlink>
    </a:clrScheme>
    <a:fontScheme name="CINTEL Ne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100</Words>
  <Application>Microsoft Office PowerPoint</Application>
  <PresentationFormat>Widescreen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CINTEL Neon</vt:lpstr>
      <vt:lpstr>IDEATHON 3.0</vt:lpstr>
      <vt:lpstr>PROBLEM STATEMENT</vt:lpstr>
      <vt:lpstr>PROPOSED SOLUTION</vt:lpstr>
      <vt:lpstr>INNOVATION &amp; KEY FEATURES</vt:lpstr>
      <vt:lpstr>TECHNICAL APPROACH &amp; PROTOTYPE</vt:lpstr>
      <vt:lpstr>FEASIBILITY &amp; VIABILITY</vt:lpstr>
      <vt:lpstr>IMPACT &amp; BENEFITS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CINTEL Ideathon 3.0 – Pitch Deck Template</dc:title>
  <dc:subject>PptxGenJS Presentation</dc:subject>
  <dc:creator>CINTEL Student Association</dc:creator>
  <cp:lastModifiedBy>Nataasha Leo</cp:lastModifiedBy>
  <cp:revision>4</cp:revision>
  <dcterms:created xsi:type="dcterms:W3CDTF">2026-10-13T17:27:27Z</dcterms:created>
  <dcterms:modified xsi:type="dcterms:W3CDTF">2026-10-14T01:05:27Z</dcterms:modified>
</cp:coreProperties>
</file>